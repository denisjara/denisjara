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(15 s): se reproduce solo al entrar a la diapositiva y se repite en bucle.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(40 s): se reproduce solo al entrar a la diapositiva y se repite en bucle.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(32 s): se reproduce solo al entrar a la diapositiva y se repite en bucle.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(42 s): se reproduce solo al entrar a la diapositiva y se repite en bucle.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(28 s): se reproduce solo al entrar a la diapositiva y se repite en bucle.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(34 s): se reproduce solo al entrar a la diapositiva y se repite en bucle.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(38 s): se reproduce solo al entrar a la diapositiva y se repite en bucle.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"/>
            <a:ext cx="283464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pic>
        <p:nvPicPr>
          <p:cNvPr id="7" name="Picture 6" descr="utp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48640"/>
            <a:ext cx="2560320" cy="56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9496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9EEF5"/>
                </a:solidFill>
                <a:latin typeface="Arial"/>
              </a:rPr>
              <a:t>Universidad Tecnológica del Perú (UTP)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Facultad de Salud  ·  Carrera de Enfermería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Docente: Llanos Matallana, César José  ·  Octubre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intr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VALENCIA RANGEL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Luis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4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5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rige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ax6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7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notch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9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otasi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son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colobom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5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 · Valencia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