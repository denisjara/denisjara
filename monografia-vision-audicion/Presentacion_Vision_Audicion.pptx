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(15 s): se reproduce solo al entrar a la diapositiva y se repite en bucle.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(40 s): se reproduce solo al entrar a la diapositiva y se repite en bucle.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(32 s): se reproduce solo al entrar a la diapositiva y se repite en bucle.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(42 s): se reproduce solo al entrar a la diapositiva y se repite en bucle.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(28 s): se reproduce solo al entrar a la diapositiva y se repite en bucle.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(34 s): se reproduce solo al entrar a la diapositiva y se repite en bucle.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(38 s): se reproduce solo al entrar a la diapositiva y se repite en bucle.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Docente: [Nombre del docente]  ·  [Universidad]  ·  Octubre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intr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9B8CC"/>
                </a:solidFill>
                <a:latin typeface="Arial"/>
              </a:rPr>
              <a:t>Monografía</a:t>
            </a:r>
          </a:p>
          <a:p>
            <a:pPr algn="l"/>
            <a:r>
              <a:rPr sz="2200" b="1" i="0">
                <a:solidFill>
                  <a:srgbClr val="38D6D0"/>
                </a:solidFill>
                <a:latin typeface="Arial"/>
              </a:rPr>
              <a:t>BMG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4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5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rige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ax6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7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notch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9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otasi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son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colobom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5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